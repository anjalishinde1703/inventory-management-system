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01775"/>
            <a:ext cx="7772400" cy="1470025"/>
          </a:xfrm>
        </p:spPr>
        <p:txBody>
          <a:bodyPr/>
          <a:lstStyle/>
          <a:p>
            <a:r>
              <a:rPr dirty="0"/>
              <a:t>Inventory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92491" y="3113202"/>
            <a:ext cx="6400800" cy="2354344"/>
          </a:xfrm>
        </p:spPr>
        <p:txBody>
          <a:bodyPr>
            <a:normAutofit fontScale="85000" lnSpcReduction="10000"/>
          </a:bodyPr>
          <a:lstStyle/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 Project by Ritu Bhardwaj &amp; Anjali Shinde</a:t>
            </a:r>
          </a:p>
          <a:p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SYBBA(CA) - Semester IV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IN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Teacher Name:-</a:t>
            </a:r>
          </a:p>
          <a:p>
            <a:r>
              <a:rPr lang="en-IN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Mrs Madhavi Chavan </a:t>
            </a:r>
            <a:endParaRPr lang="en-US" i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E101A"/>
                </a:solidFill>
                <a:effectLst/>
                <a:latin typeface="glyph"/>
              </a:rPr>
              <a:t>The Inventory Management System aims to make stock handling easier by keeping optimal levels, cutting down on waste, and boosting operational efficiency. </a:t>
            </a:r>
          </a:p>
          <a:p>
            <a:r>
              <a:rPr lang="en-US" b="0" i="0" dirty="0">
                <a:solidFill>
                  <a:srgbClr val="0E101A"/>
                </a:solidFill>
                <a:effectLst/>
                <a:latin typeface="glyph"/>
              </a:rPr>
              <a:t>This system allows businesses to effectively monitor their inventory through an online platform.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/>
                </a:solidFill>
              </a:rPr>
              <a:t>Existing vs. 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u="sng" dirty="0"/>
              <a:t>Existing System</a:t>
            </a:r>
            <a:r>
              <a:rPr lang="en-US" dirty="0"/>
              <a:t>: Manual record-keeping using paper logs or spreadsheets, leading to inefficiencies and errors.</a:t>
            </a:r>
          </a:p>
          <a:p>
            <a:endParaRPr lang="en-US" dirty="0"/>
          </a:p>
          <a:p>
            <a:r>
              <a:rPr lang="en-US" u="sng" dirty="0"/>
              <a:t>Proposed System</a:t>
            </a:r>
            <a:r>
              <a:rPr lang="en-US" dirty="0"/>
              <a:t>: A web-based system with automated tracking, real-time data, and improved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chemeClr val="accent2"/>
                </a:solidFill>
              </a:rP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User Registration and Authentication</a:t>
            </a:r>
          </a:p>
          <a:p>
            <a:pPr marL="0" indent="0">
              <a:buNone/>
            </a:pPr>
            <a:r>
              <a:rPr dirty="0"/>
              <a:t>• Product Management</a:t>
            </a:r>
          </a:p>
          <a:p>
            <a:pPr marL="0" indent="0">
              <a:buNone/>
            </a:pPr>
            <a:r>
              <a:rPr dirty="0"/>
              <a:t>• Customer Management</a:t>
            </a:r>
          </a:p>
          <a:p>
            <a:pPr marL="0" indent="0">
              <a:buNone/>
            </a:pPr>
            <a:r>
              <a:rPr dirty="0"/>
              <a:t>• Transportation Tracking</a:t>
            </a:r>
          </a:p>
          <a:p>
            <a:pPr marL="0" indent="0">
              <a:buNone/>
            </a:pPr>
            <a:r>
              <a:rPr lang="en-IN" dirty="0"/>
              <a:t>•</a:t>
            </a:r>
            <a:r>
              <a:rPr dirty="0"/>
              <a:t> Reports and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/>
                </a:solidFill>
              </a:rPr>
              <a:t>Requirement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53845"/>
          </a:xfrm>
        </p:spPr>
        <p:txBody>
          <a:bodyPr>
            <a:normAutofit fontScale="92500" lnSpcReduction="10000"/>
          </a:bodyPr>
          <a:lstStyle/>
          <a:p>
            <a:r>
              <a:rPr b="1" dirty="0"/>
              <a:t>Hardware</a:t>
            </a:r>
            <a:r>
              <a:rPr dirty="0"/>
              <a:t>: Intel Pentium or higher, 8GB RAM, 100MB storage.</a:t>
            </a:r>
          </a:p>
          <a:p>
            <a:r>
              <a:rPr b="1" dirty="0"/>
              <a:t>Software</a:t>
            </a:r>
            <a:r>
              <a:rPr dirty="0"/>
              <a:t>: Windows 10+, HTML, CSS, JavaScript.</a:t>
            </a:r>
          </a:p>
          <a:p>
            <a:endParaRPr dirty="0"/>
          </a:p>
          <a:p>
            <a:r>
              <a:rPr b="1" u="sng" dirty="0"/>
              <a:t>Feasibility Study</a:t>
            </a:r>
            <a:r>
              <a:rPr b="1" dirty="0"/>
              <a:t>:</a:t>
            </a:r>
          </a:p>
          <a:p>
            <a:pPr marL="0" indent="0">
              <a:buNone/>
            </a:pPr>
            <a:r>
              <a:rPr dirty="0"/>
              <a:t>• Technically feasible with web technologies.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Economically viable by reducing inventory loss.</a:t>
            </a:r>
          </a:p>
          <a:p>
            <a:pPr marL="0" indent="0">
              <a:buNone/>
            </a:pPr>
            <a:r>
              <a:rPr dirty="0"/>
              <a:t>• Operationally user-friendly.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/>
                </a:solidFill>
              </a:rPr>
              <a:t>Screens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Login Page</a:t>
            </a:r>
          </a:p>
          <a:p>
            <a:r>
              <a:rPr dirty="0"/>
              <a:t>• Home Page</a:t>
            </a:r>
          </a:p>
          <a:p>
            <a:r>
              <a:rPr dirty="0"/>
              <a:t>• Product Entry Page</a:t>
            </a:r>
          </a:p>
          <a:p>
            <a:r>
              <a:rPr dirty="0"/>
              <a:t>• Customer Management</a:t>
            </a:r>
          </a:p>
          <a:p>
            <a:r>
              <a:rPr dirty="0"/>
              <a:t>• Transportation Page</a:t>
            </a:r>
          </a:p>
          <a:p>
            <a:r>
              <a:rPr dirty="0"/>
              <a:t>• Order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2"/>
                </a:solidFill>
              </a:rP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u="sng" dirty="0"/>
              <a:t>Test cases were executed to verify system functionalities:</a:t>
            </a:r>
          </a:p>
          <a:p>
            <a:r>
              <a:rPr dirty="0"/>
              <a:t>• Username validation</a:t>
            </a:r>
          </a:p>
          <a:p>
            <a:r>
              <a:rPr dirty="0"/>
              <a:t>• Password masking</a:t>
            </a:r>
          </a:p>
          <a:p>
            <a:r>
              <a:rPr dirty="0"/>
              <a:t>• Navigation functionality</a:t>
            </a:r>
          </a:p>
          <a:p>
            <a:r>
              <a:rPr dirty="0"/>
              <a:t>• Transportation cost updates</a:t>
            </a:r>
          </a:p>
          <a:p>
            <a:r>
              <a:rPr dirty="0"/>
              <a:t>• Order placement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b="1" dirty="0">
                <a:solidFill>
                  <a:schemeClr val="accent2"/>
                </a:solidFill>
              </a:rPr>
              <a:t>Limitations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b="1" u="sng" dirty="0"/>
              <a:t>Limitations:</a:t>
            </a:r>
          </a:p>
          <a:p>
            <a:r>
              <a:rPr dirty="0"/>
              <a:t>• No mobile support</a:t>
            </a:r>
          </a:p>
          <a:p>
            <a:r>
              <a:rPr dirty="0"/>
              <a:t>• Limited real-time analytics</a:t>
            </a:r>
          </a:p>
          <a:p>
            <a:endParaRPr dirty="0"/>
          </a:p>
          <a:p>
            <a:r>
              <a:rPr b="1" u="sng" dirty="0"/>
              <a:t>Future Enhancements:</a:t>
            </a:r>
          </a:p>
          <a:p>
            <a:r>
              <a:rPr dirty="0"/>
              <a:t>• Develop a mobile application</a:t>
            </a:r>
          </a:p>
          <a:p>
            <a:r>
              <a:rPr dirty="0"/>
              <a:t>• AI-based inventory forecasting</a:t>
            </a:r>
          </a:p>
          <a:p>
            <a:r>
              <a:rPr dirty="0"/>
              <a:t>• Third-party logistics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247</Words>
  <Application>Microsoft Office PowerPoint</Application>
  <PresentationFormat>On-screen Show (4:3)</PresentationFormat>
  <Paragraphs>50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glyph</vt:lpstr>
      <vt:lpstr>Office Theme</vt:lpstr>
      <vt:lpstr>Inventory Management System</vt:lpstr>
      <vt:lpstr>Introduction</vt:lpstr>
      <vt:lpstr>Existing vs. Proposed System</vt:lpstr>
      <vt:lpstr>Key Features</vt:lpstr>
      <vt:lpstr>Requirement Analysis</vt:lpstr>
      <vt:lpstr>Screens </vt:lpstr>
      <vt:lpstr>Testing</vt:lpstr>
      <vt:lpstr>Limitations &amp; Future Enhancements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Ritu Bhardwaj</cp:lastModifiedBy>
  <cp:revision>2</cp:revision>
  <dcterms:created xsi:type="dcterms:W3CDTF">2013-01-27T09:14:16Z</dcterms:created>
  <dcterms:modified xsi:type="dcterms:W3CDTF">2025-03-26T13:48:38Z</dcterms:modified>
  <cp:category/>
</cp:coreProperties>
</file>